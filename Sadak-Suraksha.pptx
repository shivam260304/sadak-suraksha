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59" r:id="rId7"/>
    <p:sldId id="260" r:id="rId8"/>
    <p:sldId id="267" r:id="rId9"/>
    <p:sldId id="261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  <p:pic>
        <p:nvPicPr>
          <p:cNvPr id="5" name="Picture 4" descr="IMG-20250905-WA00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  <p:pic>
        <p:nvPicPr>
          <p:cNvPr id="5" name="Picture 4" descr="IMG-20250905-WA00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G-20250905-WA00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  <p:pic>
        <p:nvPicPr>
          <p:cNvPr id="5" name="Picture 4" descr="IMG-20250905-WA00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Shivam Rajput</dc:creator>
  <cp:lastModifiedBy>Shivam Rajput</cp:lastModifiedBy>
  <cp:revision>5</cp:revision>
  <dcterms:created xsi:type="dcterms:W3CDTF">2025-07-23T00:59:00Z</dcterms:created>
  <dcterms:modified xsi:type="dcterms:W3CDTF">2025-09-05T07:34:27Z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1033-12.2.0.22530</vt:lpwstr>
  </property>
</Properties>
</file>